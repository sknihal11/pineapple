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14B24A-258B-45EB-8919-336F3B766A28}" v="1" dt="2026-03-12T13:21:50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90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9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39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92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22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21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53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9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9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0638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373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991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7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65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53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26650-66ED-40C8-B03C-E8A23AF9C39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232EBF6-6D3B-4134-817B-F5553BF8B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77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EFFB-1EB0-EFAF-643F-8A8F23DC8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0592"/>
            <a:ext cx="9144000" cy="49377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Smart Campus Navigation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DC86B-6BBF-D891-7A8B-0E61B9353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7480"/>
            <a:ext cx="9144000" cy="2304288"/>
          </a:xfrm>
        </p:spPr>
        <p:txBody>
          <a:bodyPr>
            <a:normAutofit/>
          </a:bodyPr>
          <a:lstStyle/>
          <a:p>
            <a:pPr algn="l"/>
            <a:r>
              <a:rPr lang="en-IN" b="1" u="sng" dirty="0"/>
              <a:t>Team:</a:t>
            </a:r>
            <a:r>
              <a:rPr lang="en-IN" dirty="0"/>
              <a:t>                                            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PineApple</a:t>
            </a:r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br>
              <a:rPr lang="en-IN" dirty="0"/>
            </a:br>
            <a:r>
              <a:rPr lang="en-IN" b="1" u="sng" dirty="0"/>
              <a:t>Team Members: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u="sng" dirty="0" err="1">
                <a:latin typeface="Comic Sans MS" panose="030F0702030302020204" pitchFamily="66" charset="0"/>
              </a:rPr>
              <a:t>SkNihal</a:t>
            </a:r>
            <a:r>
              <a:rPr lang="en-IN" u="sng" dirty="0">
                <a:latin typeface="Comic Sans MS" panose="030F0702030302020204" pitchFamily="66" charset="0"/>
              </a:rPr>
              <a:t>(Team leader)-CSM-II ND YEAR-MVGR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u="sng" dirty="0">
                <a:latin typeface="Comic Sans MS" panose="030F0702030302020204" pitchFamily="66" charset="0"/>
              </a:rPr>
              <a:t>D Tejaswani-CSE-II ND YEAR-MVGR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6C4AE-7B84-812F-182A-0C5F21E9E10E}"/>
              </a:ext>
            </a:extLst>
          </p:cNvPr>
          <p:cNvSpPr txBox="1"/>
          <p:nvPr/>
        </p:nvSpPr>
        <p:spPr>
          <a:xfrm>
            <a:off x="3188208" y="5522976"/>
            <a:ext cx="581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A smarter way to find your way on campus.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46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6A79-D2D3-304C-2449-050D983E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4F2D-8E2D-1DE7-3E29-6BD65203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060704"/>
            <a:ext cx="11512296" cy="5660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200" dirty="0">
                <a:solidFill>
                  <a:schemeClr val="accent2"/>
                </a:solidFill>
                <a:latin typeface="Comic Sans MS" panose="030F0702030302020204" pitchFamily="66" charset="0"/>
              </a:rPr>
              <a:t>Campus navigation is often confusing.</a:t>
            </a:r>
          </a:p>
          <a:p>
            <a:pPr marL="0" indent="0">
              <a:buNone/>
            </a:pPr>
            <a:r>
              <a:rPr lang="en-IN" sz="2200" b="1" u="sng" dirty="0">
                <a:solidFill>
                  <a:schemeClr val="accent4"/>
                </a:solidFill>
              </a:rPr>
              <a:t>Common issues:</a:t>
            </a:r>
          </a:p>
          <a:p>
            <a:r>
              <a:rPr lang="en-IN" sz="2200" dirty="0">
                <a:highlight>
                  <a:srgbClr val="C0C0C0"/>
                </a:highlight>
              </a:rPr>
              <a:t>Classrooms and labs change locations.</a:t>
            </a:r>
          </a:p>
          <a:p>
            <a:r>
              <a:rPr lang="en-IN" sz="2200" dirty="0">
                <a:highlight>
                  <a:srgbClr val="C0C0C0"/>
                </a:highlight>
              </a:rPr>
              <a:t>Departments shift between buildings.</a:t>
            </a:r>
          </a:p>
          <a:p>
            <a:r>
              <a:rPr lang="en-IN" sz="2200" dirty="0">
                <a:highlight>
                  <a:srgbClr val="C0C0C0"/>
                </a:highlight>
              </a:rPr>
              <a:t>Timetables mention rooms without clear directions.</a:t>
            </a:r>
          </a:p>
          <a:p>
            <a:r>
              <a:rPr lang="en-IN" sz="2200" dirty="0">
                <a:highlight>
                  <a:srgbClr val="C0C0C0"/>
                </a:highlight>
              </a:rPr>
              <a:t>Freshers and visitors struggle to find places.</a:t>
            </a:r>
          </a:p>
          <a:p>
            <a:pPr marL="0" indent="0">
              <a:buNone/>
            </a:pPr>
            <a:endParaRPr lang="en-IN" sz="2200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IN" sz="2400" b="1" u="sng" dirty="0">
                <a:solidFill>
                  <a:schemeClr val="accent2"/>
                </a:solidFill>
              </a:rPr>
              <a:t>Result:</a:t>
            </a:r>
          </a:p>
          <a:p>
            <a:r>
              <a:rPr lang="en-IN" sz="2400" dirty="0"/>
              <a:t>Wasted time.</a:t>
            </a:r>
          </a:p>
          <a:p>
            <a:r>
              <a:rPr lang="en-IN" sz="2400" dirty="0"/>
              <a:t>Late arrivals.</a:t>
            </a:r>
          </a:p>
          <a:p>
            <a:r>
              <a:rPr lang="en-IN" sz="2400" dirty="0"/>
              <a:t>Confusion for freshers/visitors.</a:t>
            </a:r>
            <a:endParaRPr lang="en-IN" sz="2200" b="1" u="sng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6070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571F-868E-3F4B-D036-1BDEB9A66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7019"/>
          </a:xfrm>
        </p:spPr>
        <p:txBody>
          <a:bodyPr/>
          <a:lstStyle/>
          <a:p>
            <a:pPr algn="ctr"/>
            <a:r>
              <a:rPr lang="en-IN" b="1" u="sng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5C451-1DB2-0B92-F80F-62223BA4F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905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u="sng" dirty="0">
                <a:solidFill>
                  <a:schemeClr val="accent2"/>
                </a:solidFill>
              </a:rPr>
              <a:t>Smart campus navigation platform.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u="sng" dirty="0">
                <a:solidFill>
                  <a:schemeClr val="accent6"/>
                </a:solidFill>
              </a:rPr>
              <a:t>It helps users:</a:t>
            </a:r>
          </a:p>
          <a:p>
            <a:r>
              <a:rPr lang="en-IN" dirty="0"/>
              <a:t>Search any campus location</a:t>
            </a:r>
          </a:p>
          <a:p>
            <a:r>
              <a:rPr lang="en-IN" dirty="0"/>
              <a:t>Find departments, labs, hostels, facilities</a:t>
            </a:r>
          </a:p>
          <a:p>
            <a:r>
              <a:rPr lang="en-IN" dirty="0"/>
              <a:t>Get directions from their current position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5"/>
                </a:solidFill>
              </a:rPr>
              <a:t>Key concept:</a:t>
            </a:r>
            <a:br>
              <a:rPr lang="en-IN" dirty="0">
                <a:solidFill>
                  <a:schemeClr val="accent5"/>
                </a:solidFill>
              </a:rPr>
            </a:br>
            <a:r>
              <a:rPr lang="en-IN" dirty="0"/>
              <a:t>A </a:t>
            </a:r>
            <a:r>
              <a:rPr lang="en-IN" b="1" dirty="0"/>
              <a:t>digital campus map with searchable infrastructure.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33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CDAA-8C3D-3BA6-28AE-6B8DE7520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723"/>
          </a:xfrm>
        </p:spPr>
        <p:txBody>
          <a:bodyPr/>
          <a:lstStyle/>
          <a:p>
            <a:pPr algn="ctr"/>
            <a:r>
              <a:rPr lang="en-IN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8994-07D9-FC47-2440-DE1A6057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48"/>
            <a:ext cx="10515600" cy="4878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System flow:</a:t>
            </a:r>
          </a:p>
          <a:p>
            <a:r>
              <a:rPr lang="en-IN" dirty="0"/>
              <a:t>User enters destination</a:t>
            </a:r>
          </a:p>
          <a:p>
            <a:r>
              <a:rPr lang="en-IN" dirty="0"/>
              <a:t>System finds the location from campus database</a:t>
            </a:r>
          </a:p>
          <a:p>
            <a:r>
              <a:rPr lang="en-IN" dirty="0"/>
              <a:t>Map highlights the destination</a:t>
            </a:r>
          </a:p>
          <a:p>
            <a:r>
              <a:rPr lang="en-IN" dirty="0"/>
              <a:t>Route is generated from starting point</a:t>
            </a:r>
          </a:p>
          <a:p>
            <a:pPr marL="0" indent="0">
              <a:buNone/>
            </a:pPr>
            <a:r>
              <a:rPr lang="en-IN" b="1" u="sng" dirty="0"/>
              <a:t>Features:</a:t>
            </a:r>
          </a:p>
          <a:p>
            <a:r>
              <a:rPr lang="en-IN" dirty="0"/>
              <a:t>Location search</a:t>
            </a:r>
          </a:p>
          <a:p>
            <a:r>
              <a:rPr lang="en-IN" dirty="0"/>
              <a:t>Interactive campus map</a:t>
            </a:r>
          </a:p>
          <a:p>
            <a:r>
              <a:rPr lang="en-IN" dirty="0"/>
              <a:t>Category-based discovery</a:t>
            </a:r>
          </a:p>
          <a:p>
            <a:r>
              <a:rPr lang="en-IN" dirty="0"/>
              <a:t>Navigation routes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66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DCB7-1044-C555-7DAD-C531865A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147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Ink Free" panose="03080402000500000000" pitchFamily="66" charset="0"/>
              </a:rPr>
              <a:t>Tech Stack</a:t>
            </a:r>
            <a:endParaRPr lang="en-IN" sz="3600" b="1" u="sng" dirty="0">
              <a:latin typeface="Ink Free" panose="03080402000500000000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85284-7048-DD66-61C0-43B0420AD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022"/>
            <a:ext cx="10515600" cy="49699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Frontend</a:t>
            </a:r>
            <a:endParaRPr lang="en-IN" dirty="0"/>
          </a:p>
          <a:p>
            <a:r>
              <a:rPr lang="en-IN" b="1" dirty="0"/>
              <a:t>HTML5</a:t>
            </a:r>
            <a:r>
              <a:rPr lang="en-IN" dirty="0"/>
              <a:t> – structure of the web interface</a:t>
            </a:r>
          </a:p>
          <a:p>
            <a:r>
              <a:rPr lang="en-IN" b="1" dirty="0"/>
              <a:t>CSS3</a:t>
            </a:r>
            <a:r>
              <a:rPr lang="en-IN" dirty="0"/>
              <a:t> – styling and responsive UI</a:t>
            </a:r>
          </a:p>
          <a:p>
            <a:r>
              <a:rPr lang="en-IN" b="1" dirty="0"/>
              <a:t>JavaScript</a:t>
            </a:r>
            <a:r>
              <a:rPr lang="en-IN" dirty="0"/>
              <a:t> – search logic, routing logic, UI interaction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Mapping &amp; Navigation</a:t>
            </a:r>
            <a:endParaRPr lang="en-IN" dirty="0"/>
          </a:p>
          <a:p>
            <a:r>
              <a:rPr lang="en-IN" b="1" dirty="0"/>
              <a:t>Leaflet.js</a:t>
            </a:r>
            <a:r>
              <a:rPr lang="en-IN" dirty="0"/>
              <a:t> – interactive map rendering</a:t>
            </a:r>
          </a:p>
          <a:p>
            <a:r>
              <a:rPr lang="en-IN" b="1" dirty="0"/>
              <a:t>Leaflet Routing Machine</a:t>
            </a:r>
            <a:r>
              <a:rPr lang="en-IN" dirty="0"/>
              <a:t> – road-based navigation between locations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Map Data</a:t>
            </a:r>
            <a:endParaRPr lang="en-IN" dirty="0"/>
          </a:p>
          <a:p>
            <a:r>
              <a:rPr lang="en-IN" b="1" dirty="0"/>
              <a:t>OpenStreetMap (OSM)</a:t>
            </a:r>
            <a:r>
              <a:rPr lang="en-IN" dirty="0"/>
              <a:t> – base map tiles and road network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Data Handling</a:t>
            </a:r>
            <a:endParaRPr lang="en-IN" dirty="0"/>
          </a:p>
          <a:p>
            <a:r>
              <a:rPr lang="en-IN" b="1" dirty="0"/>
              <a:t>JavaScript dataset</a:t>
            </a:r>
            <a:r>
              <a:rPr lang="en-IN" dirty="0"/>
              <a:t> – stores campus locations (departments, labs, hostels, facilities)</a:t>
            </a:r>
          </a:p>
        </p:txBody>
      </p:sp>
    </p:spTree>
    <p:extLst>
      <p:ext uri="{BB962C8B-B14F-4D97-AF65-F5344CB8AC3E}">
        <p14:creationId xmlns:p14="http://schemas.microsoft.com/office/powerpoint/2010/main" val="325085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66F4-A657-5238-F72E-86EBAD16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10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2A8B8-247F-708D-AB22-2A524D4C5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336"/>
            <a:ext cx="10515600" cy="5070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Instead of asking people or searching manually, users can </a:t>
            </a:r>
            <a:r>
              <a:rPr lang="en-IN" sz="2000" b="1" dirty="0"/>
              <a:t>instantly locate any place on campus.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Future scope:</a:t>
            </a:r>
            <a:endParaRPr lang="en-IN" sz="2000" dirty="0"/>
          </a:p>
          <a:p>
            <a:r>
              <a:rPr lang="en-IN" sz="2000" dirty="0"/>
              <a:t>Voice-based search</a:t>
            </a:r>
          </a:p>
          <a:p>
            <a:r>
              <a:rPr lang="en-IN" sz="2000" dirty="0"/>
              <a:t>AI Based Footpath route machine</a:t>
            </a:r>
          </a:p>
          <a:p>
            <a:r>
              <a:rPr lang="en-IN" sz="2000" dirty="0"/>
              <a:t>Rule based AI chatbot</a:t>
            </a:r>
          </a:p>
          <a:p>
            <a:pPr marL="0" indent="0">
              <a:buNone/>
            </a:pPr>
            <a:r>
              <a:rPr lang="en-IN" sz="2000" dirty="0"/>
              <a:t>                         </a:t>
            </a:r>
          </a:p>
          <a:p>
            <a:pPr marL="0" indent="0">
              <a:buNone/>
            </a:pPr>
            <a:r>
              <a:rPr lang="en-IN" sz="2000" dirty="0"/>
              <a:t>					sknihal11.github.io/campus-/</a:t>
            </a:r>
          </a:p>
          <a:p>
            <a:pPr marL="0" indent="0" algn="ctr">
              <a:buNone/>
            </a:pPr>
            <a:endParaRPr lang="en-IN" sz="2000" dirty="0"/>
          </a:p>
          <a:p>
            <a:pPr marL="0" indent="0" algn="ctr">
              <a:buNone/>
            </a:pPr>
            <a:r>
              <a:rPr lang="en-IN" sz="2000" b="1" u="sng" dirty="0" err="1"/>
              <a:t>Goal</a:t>
            </a:r>
            <a:r>
              <a:rPr lang="en-IN" sz="2000" dirty="0" err="1"/>
              <a:t>:Make</a:t>
            </a:r>
            <a:r>
              <a:rPr lang="en-IN" sz="2000" dirty="0"/>
              <a:t> large campuses </a:t>
            </a:r>
            <a:r>
              <a:rPr lang="en-IN" sz="2000" b="1" dirty="0"/>
              <a:t>easy to navigate for everyone.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0977415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157</TotalTime>
  <Words>294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Century Gothic</vt:lpstr>
      <vt:lpstr>Comic Sans MS</vt:lpstr>
      <vt:lpstr>Ink Free</vt:lpstr>
      <vt:lpstr>Wingdings 3</vt:lpstr>
      <vt:lpstr>Wisp</vt:lpstr>
      <vt:lpstr>Smart Campus Navigation System </vt:lpstr>
      <vt:lpstr>Problem Statement</vt:lpstr>
      <vt:lpstr>Our Idea</vt:lpstr>
      <vt:lpstr>How It Works</vt:lpstr>
      <vt:lpstr>Tech Stack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Nihal Sk</dc:creator>
  <cp:lastModifiedBy>Nihal Sk</cp:lastModifiedBy>
  <cp:revision>2</cp:revision>
  <dcterms:created xsi:type="dcterms:W3CDTF">2026-03-12T13:17:55Z</dcterms:created>
  <dcterms:modified xsi:type="dcterms:W3CDTF">2026-03-13T06:30:43Z</dcterms:modified>
</cp:coreProperties>
</file>